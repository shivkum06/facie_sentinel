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708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Problem Statement field with the exact text released at hackathon start before final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this as the middle path between rigid static rules and slow manual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in your real stack details before submitting — kept generic since exact tooling wasn't specified.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loop once, slowly: request, score, explain, decide, learn.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the illustrative rows and the side panel for real screenshots of your working demo before you submit.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the market number once, don't linger. Impact bullets should stay concrete and comparative.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real citations — datasets, libraries, or papers your build draws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ShivKum06/Facie-Sentinel" TargetMode="External"/><Relationship Id="rId5" Type="http://schemas.openxmlformats.org/officeDocument/2006/relationships/hyperlink" Target="https://facie-sentinel.vercel.app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cie-pitch/chevron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" y="365760"/>
            <a:ext cx="777240" cy="1353312"/>
          </a:xfrm>
          <a:prstGeom prst="rect">
            <a:avLst/>
          </a:prstGeom>
        </p:spPr>
      </p:pic>
      <p:pic>
        <p:nvPicPr>
          <p:cNvPr id="3" name="Image 1" descr="/home/claude/facie-pitch/chevron_b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160" y="5138928"/>
            <a:ext cx="777240" cy="135331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68680" y="14630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FACIE SENTINEL</a:t>
            </a:r>
            <a:endParaRPr lang="en-US" sz="5400" dirty="0"/>
          </a:p>
        </p:txBody>
      </p:sp>
      <p:sp>
        <p:nvSpPr>
          <p:cNvPr id="5" name="Shape 1"/>
          <p:cNvSpPr/>
          <p:nvPr/>
        </p:nvSpPr>
        <p:spPr>
          <a:xfrm>
            <a:off x="896112" y="2606040"/>
            <a:ext cx="3291840" cy="0"/>
          </a:xfrm>
          <a:prstGeom prst="line">
            <a:avLst/>
          </a:prstGeom>
          <a:noFill/>
          <a:ln w="38100">
            <a:solidFill>
              <a:srgbClr val="2DAF4B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96112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A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 :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4206240" y="3063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96112" y="36850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A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 :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206240" y="368503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an automated tool that helps developers or security teams detect, prevent, or respond to API security risks in real time.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896112" y="430682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A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NAME :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4206240" y="430682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ARK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96112" y="492861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A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IDEA TITLE :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206240" y="492861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Facie Sentinel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cie-pitch/chevron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" y="365760"/>
            <a:ext cx="777240" cy="1353312"/>
          </a:xfrm>
          <a:prstGeom prst="rect">
            <a:avLst/>
          </a:prstGeom>
        </p:spPr>
      </p:pic>
      <p:pic>
        <p:nvPicPr>
          <p:cNvPr id="3" name="Image 1" descr="/home/claude/facie-pitch/chevron_b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160" y="5138928"/>
            <a:ext cx="777240" cy="135331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68680" y="320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2 : PROPOSED SOLUTION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8686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 FACIE-SENTINEL • CYBERSECURITY TRACK 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671457" y="1554480"/>
            <a:ext cx="44115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Facie Sentinel watches every API request in real time and returns a confidence-scored risk verdict the instant it happens.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ships with a plain-English reason — never a black-box number — so a human can trust or challenge it immediately.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 keeps final control: allow the request, or keep it blocked, in one click from the live dashboard.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teams who face real API-borne attacks — credential stuffing, bot scraping, injection attempts, checkout fraud — but can't staff a 24/7 SOC to watch for them.</a:t>
            </a:r>
            <a:endParaRPr lang="en-US" sz="17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8F0F43-B6A3-5F76-CD10-9CFF125D41C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178" r="5767"/>
          <a:stretch/>
        </p:blipFill>
        <p:spPr>
          <a:xfrm>
            <a:off x="5160087" y="1554480"/>
            <a:ext cx="6224194" cy="3901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cie-pitch/chevron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" y="365760"/>
            <a:ext cx="777240" cy="1353312"/>
          </a:xfrm>
          <a:prstGeom prst="rect">
            <a:avLst/>
          </a:prstGeom>
        </p:spPr>
      </p:pic>
      <p:pic>
        <p:nvPicPr>
          <p:cNvPr id="3" name="Image 1" descr="/home/claude/facie-pitch/chevron_b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160" y="5138928"/>
            <a:ext cx="777240" cy="135331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68680" y="320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3 : TECHNICAL APPROACH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8686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 FACIE-SENTINEL • CYBERSECURITY TRACK 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868680" y="1627632"/>
            <a:ext cx="310896" cy="310896"/>
          </a:xfrm>
          <a:prstGeom prst="ellipse">
            <a:avLst/>
          </a:prstGeom>
          <a:solidFill>
            <a:srgbClr val="2DAF4B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68680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Ingest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297680" y="1572768"/>
            <a:ext cx="6995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 front of the protected API and observes every incoming request as it arrives.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68680" y="2468880"/>
            <a:ext cx="310896" cy="310896"/>
          </a:xfrm>
          <a:prstGeom prst="ellipse">
            <a:avLst/>
          </a:prstGeom>
          <a:solidFill>
            <a:srgbClr val="2DAF4B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68680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2441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Facie Scoring Engine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297680" y="2414016"/>
            <a:ext cx="6995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request-pattern signals — rate, origin, payload shape, auth anomalies — into one confidence-weighted risk score.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68680" y="3310128"/>
            <a:ext cx="310896" cy="310896"/>
          </a:xfrm>
          <a:prstGeom prst="ellipse">
            <a:avLst/>
          </a:prstGeom>
          <a:solidFill>
            <a:srgbClr val="2DAF4B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68680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371600" y="32826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Reasoning Layer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297680" y="3255264"/>
            <a:ext cx="6995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score's contributing signals into a plain-English "why flagged" explanation, not just a number.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68680" y="4151376"/>
            <a:ext cx="310896" cy="310896"/>
          </a:xfrm>
          <a:prstGeom prst="ellipse">
            <a:avLst/>
          </a:prstGeom>
          <a:solidFill>
            <a:srgbClr val="2DAF4B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68680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1371600" y="41239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 Layer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4297680" y="4096512"/>
            <a:ext cx="6995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Auto-enforces at configurable thresholds; routes mid-confidence incidents to a one-click human Allow / Block queue.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68680" y="4992624"/>
            <a:ext cx="310896" cy="310896"/>
          </a:xfrm>
          <a:prstGeom prst="ellipse">
            <a:avLst/>
          </a:prstGeom>
          <a:solidFill>
            <a:srgbClr val="2DAF4B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68680" y="4992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1371600" y="4965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Feedback Loop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4297680" y="4983480"/>
            <a:ext cx="6995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decisions are logged and fed back in, so future scoring keeps improving.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cie-pitch/chevron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" y="365760"/>
            <a:ext cx="777240" cy="1353312"/>
          </a:xfrm>
          <a:prstGeom prst="rect">
            <a:avLst/>
          </a:prstGeom>
        </p:spPr>
      </p:pic>
      <p:pic>
        <p:nvPicPr>
          <p:cNvPr id="3" name="Image 1" descr="/home/claude/facie-pitch/chevron_b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160" y="5138928"/>
            <a:ext cx="777240" cy="135331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68680" y="320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4 : HOW IT WORKS ? (USER FLOW)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8686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 FACIE-SENTINEL • CYBERSECURITY TRACK 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1755648" y="3566160"/>
            <a:ext cx="1380744" cy="0"/>
          </a:xfrm>
          <a:prstGeom prst="line">
            <a:avLst/>
          </a:prstGeom>
          <a:noFill/>
          <a:ln w="25400">
            <a:solidFill>
              <a:srgbClr val="444444"/>
            </a:solidFill>
            <a:prstDash val="dash"/>
          </a:ln>
        </p:spPr>
      </p:sp>
      <p:sp>
        <p:nvSpPr>
          <p:cNvPr id="7" name="Shape 3"/>
          <p:cNvSpPr/>
          <p:nvPr/>
        </p:nvSpPr>
        <p:spPr>
          <a:xfrm>
            <a:off x="3904488" y="3566160"/>
            <a:ext cx="1380744" cy="0"/>
          </a:xfrm>
          <a:prstGeom prst="line">
            <a:avLst/>
          </a:prstGeom>
          <a:noFill/>
          <a:ln w="25400">
            <a:solidFill>
              <a:srgbClr val="444444"/>
            </a:solidFill>
            <a:prstDash val="dash"/>
          </a:ln>
        </p:spPr>
      </p:sp>
      <p:sp>
        <p:nvSpPr>
          <p:cNvPr id="8" name="Shape 4"/>
          <p:cNvSpPr/>
          <p:nvPr/>
        </p:nvSpPr>
        <p:spPr>
          <a:xfrm>
            <a:off x="6053328" y="3566160"/>
            <a:ext cx="1380744" cy="0"/>
          </a:xfrm>
          <a:prstGeom prst="line">
            <a:avLst/>
          </a:prstGeom>
          <a:noFill/>
          <a:ln w="25400">
            <a:solidFill>
              <a:srgbClr val="444444"/>
            </a:solidFill>
            <a:prstDash val="dash"/>
          </a:ln>
        </p:spPr>
      </p:sp>
      <p:sp>
        <p:nvSpPr>
          <p:cNvPr id="9" name="Shape 5"/>
          <p:cNvSpPr/>
          <p:nvPr/>
        </p:nvSpPr>
        <p:spPr>
          <a:xfrm>
            <a:off x="8202168" y="3566160"/>
            <a:ext cx="1380744" cy="0"/>
          </a:xfrm>
          <a:prstGeom prst="line">
            <a:avLst/>
          </a:prstGeom>
          <a:noFill/>
          <a:ln w="25400">
            <a:solidFill>
              <a:srgbClr val="444444"/>
            </a:solidFill>
            <a:prstDash val="dash"/>
          </a:ln>
        </p:spPr>
      </p:sp>
      <p:sp>
        <p:nvSpPr>
          <p:cNvPr id="10" name="Shape 6"/>
          <p:cNvSpPr/>
          <p:nvPr/>
        </p:nvSpPr>
        <p:spPr>
          <a:xfrm>
            <a:off x="987552" y="3182112"/>
            <a:ext cx="768096" cy="768096"/>
          </a:xfrm>
          <a:prstGeom prst="ellipse">
            <a:avLst/>
          </a:prstGeom>
          <a:solidFill>
            <a:srgbClr val="2DAF4B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987552" y="31821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210312" y="4014216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Hits API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136392" y="3182112"/>
            <a:ext cx="768096" cy="768096"/>
          </a:xfrm>
          <a:prstGeom prst="ellipse">
            <a:avLst/>
          </a:prstGeom>
          <a:solidFill>
            <a:srgbClr val="2DAF4B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136392" y="31821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2359152" y="4014216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Facie Scores It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285232" y="3182112"/>
            <a:ext cx="768096" cy="768096"/>
          </a:xfrm>
          <a:prstGeom prst="ellipse">
            <a:avLst/>
          </a:prstGeom>
          <a:solidFill>
            <a:srgbClr val="2DAF4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285232" y="31821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4507992" y="3996645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Explained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434072" y="3182112"/>
            <a:ext cx="768096" cy="768096"/>
          </a:xfrm>
          <a:prstGeom prst="ellipse">
            <a:avLst/>
          </a:prstGeom>
          <a:solidFill>
            <a:srgbClr val="2DAF4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434072" y="31821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6656832" y="3996645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Decides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9582912" y="3182112"/>
            <a:ext cx="768096" cy="768096"/>
          </a:xfrm>
          <a:prstGeom prst="ellipse">
            <a:avLst/>
          </a:prstGeom>
          <a:solidFill>
            <a:srgbClr val="2DAF4B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582912" y="31821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0"/>
          <p:cNvSpPr txBox="1"/>
          <p:nvPr/>
        </p:nvSpPr>
        <p:spPr>
          <a:xfrm>
            <a:off x="8805672" y="3969751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Logged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cie-pitch/chevron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" y="365760"/>
            <a:ext cx="777240" cy="1353312"/>
          </a:xfrm>
          <a:prstGeom prst="rect">
            <a:avLst/>
          </a:prstGeom>
        </p:spPr>
      </p:pic>
      <p:pic>
        <p:nvPicPr>
          <p:cNvPr id="3" name="Image 1" descr="/home/claude/facie-pitch/chevron_b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160" y="5138928"/>
            <a:ext cx="777240" cy="135331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68680" y="320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5 : PROJECT SNAPSHOTS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8686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 FACIE-SENTINEL • CYBERSECURITY TRACK 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4887109" y="982980"/>
            <a:ext cx="24787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facie-sentinel.vercel.app</a:t>
            </a:r>
            <a:endParaRPr lang="en-US" sz="14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37FD64E6-768F-B97C-E97F-2BEAAA1C3A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6670" y="1286681"/>
            <a:ext cx="7198660" cy="5129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cie-pitch/chevron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" y="365760"/>
            <a:ext cx="777240" cy="1353312"/>
          </a:xfrm>
          <a:prstGeom prst="rect">
            <a:avLst/>
          </a:prstGeom>
        </p:spPr>
      </p:pic>
      <p:pic>
        <p:nvPicPr>
          <p:cNvPr id="3" name="Image 1" descr="/home/claude/facie-pitch/chevron_b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160" y="5138928"/>
            <a:ext cx="777240" cy="135331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68680" y="320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6 : FEASIBILITY / VIABILITY AND IMPACT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8686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 FACIE-SENTINEL • CYBERSECURITY TRACK 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8686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A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FEASIBILITY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868680" y="19659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Facie scoring engine and live dashboard already built and deployed at facie-sentinel.vercel.app.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 front of existing APIs as a lightweight layer — no exotic infrastructure required to adopt.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26364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A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VIABILITY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263640" y="19659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API security spend is projected to grow from ~$1.2B (2026) to ~$8.9B by 2034 — a 28.5% CAGR (Fortune Business Insights).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surface area is growing faster than security teams can hire, which is exactly the gap Facie Sentinel targets.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68680" y="3794760"/>
            <a:ext cx="104241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A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4434840"/>
            <a:ext cx="9966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false positives than static rule-based tools — real users stop getting wrongly blocked.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missed threats than manual-only review, at a fraction of the response time.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teams without a dedicated SOC a real-time, explainable line of defense for their APIs.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cie-pitch/chevron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" y="365760"/>
            <a:ext cx="777240" cy="1353312"/>
          </a:xfrm>
          <a:prstGeom prst="rect">
            <a:avLst/>
          </a:prstGeom>
        </p:spPr>
      </p:pic>
      <p:pic>
        <p:nvPicPr>
          <p:cNvPr id="3" name="Image 1" descr="/home/claude/facie-pitch/chevron_b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160" y="5138928"/>
            <a:ext cx="777240" cy="135331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68680" y="320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7 : REFERENCES &amp; REPOSITORY LINKS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8686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 FACIE-SENTINEL • CYBERSECURITY TRACK 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883920" y="1719072"/>
            <a:ext cx="10424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Business Insights — API Security Market Size, Share &amp; Industry Report (2026).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Link — </a:t>
            </a:r>
            <a:r>
              <a:rPr lang="en-US" sz="20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https://facie-sentinel.vercel.app/</a:t>
            </a:r>
            <a:endParaRPr lang="en-US" sz="2000" dirty="0">
              <a:solidFill>
                <a:srgbClr val="FFC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Link - </a:t>
            </a:r>
            <a:r>
              <a:rPr lang="en-US" sz="20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https://github.com/ShivKum06/Facie-Sentinel</a:t>
            </a:r>
            <a:endParaRPr lang="en-US" sz="2000" dirty="0">
              <a:solidFill>
                <a:srgbClr val="FFC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endParaRPr lang="en-US" sz="16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600"/>
              </a:spcAft>
              <a:buSzPct val="100000"/>
            </a:pPr>
            <a:endParaRPr lang="en-US" sz="16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646</Words>
  <Application>Microsoft Office PowerPoint</Application>
  <PresentationFormat>Widescreen</PresentationFormat>
  <Paragraphs>79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DUKS Gaming</cp:lastModifiedBy>
  <cp:revision>6</cp:revision>
  <dcterms:created xsi:type="dcterms:W3CDTF">2026-09-06T04:19:43Z</dcterms:created>
  <dcterms:modified xsi:type="dcterms:W3CDTF">2026-09-19T11:52:47Z</dcterms:modified>
</cp:coreProperties>
</file>