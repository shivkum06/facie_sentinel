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70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Problem Statement field with the exact text released at hackathon start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the middle path between rigid static rules and slow manual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your real stack details before submitting — kept generic since exact tooling wasn't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once, slowly: request, score, explain, decide,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illustrative rows and the side panel for real screenshots of your working demo before you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market number once, don't linger. Impact bullets should stay concrete and comparative.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real citations — datasets, libraries, or papers your build draws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ivKum06/Facie-Sentinel" TargetMode="External"/><Relationship Id="rId5" Type="http://schemas.openxmlformats.org/officeDocument/2006/relationships/hyperlink" Target="https://facie-sentinel.vercel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1463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FACIE SENTINEL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96112" y="2606040"/>
            <a:ext cx="3291840" cy="0"/>
          </a:xfrm>
          <a:prstGeom prst="line">
            <a:avLst/>
          </a:prstGeom>
          <a:noFill/>
          <a:ln w="38100">
            <a:solidFill>
              <a:srgbClr val="2DAF4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96112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3063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96112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36850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automated tool that helps developers or security teams detect, prevent, or respond to API security risks in real time.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96112" y="43068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NAME :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206240" y="43068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ARK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96112" y="49286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 TITLE :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9286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Sentinel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 : PROPOSED SOLUTION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1457" y="1554480"/>
            <a:ext cx="44115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Sentinel watches every API request in real time and returns a confidence-scored risk verdict the instant it happens.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ships with a plain-English reason — never a black-box number — so a human can trust or challenge it immediately.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keeps final control: allow the request, or keep it blocked, in one click from the live dashboard.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who face real API-borne attacks — credential stuffing, bot scraping, injection attempts, checkout fraud — but can't staff a 24/7 SOC to watch for them.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F0F43-B6A3-5F76-CD10-9CFF125D41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78" r="5767"/>
          <a:stretch/>
        </p:blipFill>
        <p:spPr>
          <a:xfrm>
            <a:off x="5160087" y="1554480"/>
            <a:ext cx="6224194" cy="3901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 : TECHNICAL APPROACH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868680" y="1627632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157276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the protected API and observes every incoming request as it arrives.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68680" y="2468880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6868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Facie Scoring Engine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2414016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request-pattern signals — rate, origin, payload shape, auth anomalies — into one confidence-weighted risk score.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68680" y="3310128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 Layer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3255264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score's contributing signals into a plain-English "why flagged" explanation, not just a number.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8680" y="4151376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37160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297680" y="4096512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Auto-enforces at configurable thresholds; routes mid-confidence incidents to a one-click human Allow / Block queue.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8680" y="4992624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68680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371600" y="4965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297680" y="4983480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decisions are logged and fed back in, so future scoring keeps improving.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4 : HOW IT WORKS ? (USER FLOW)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175564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390448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605332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820216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98755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8755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10312" y="40142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Hits API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3639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13639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359152" y="40142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Scores It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28523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28523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507992" y="3996645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Explained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43407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43407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656832" y="3996645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Decides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58291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58291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8805672" y="3969751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5 : PROJECT SNAPSHOTS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887109" y="982980"/>
            <a:ext cx="24787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facie-sentinel.vercel.app</a:t>
            </a:r>
            <a:endParaRPr lang="en-US" sz="14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7FD64E6-768F-B97C-E97F-2BEAAA1C3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670" y="1286681"/>
            <a:ext cx="7198660" cy="512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6 : FEASIBILITY / VIABILITY AND IMPACT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868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Facie scoring engine and live dashboard already built and deployed at facie-sentinel.vercel.app.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existing APIs as a lightweight layer — no exotic infrastructure required to adopt.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API security spend is projected to grow from ~$1.2B (2026) to ~$8.9B by 2034 — a 28.5% CAGR (Fortune Business Insights).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 area is growing faster than security teams can hire, which is exactly the gap Facie Sentinel targets.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3794760"/>
            <a:ext cx="104241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43484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than static rule-based tools — real users stop getting wrongly blocked.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threats than manual-only review, at a fraction of the response time.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teams without a dedicated SOC a real-time, explainable line of defense for their APIs.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7 : REFERENCES &amp; REPOSITORY LINKS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INIT'26 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883920" y="1719072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 — API Security Market Size, Share &amp; Industry Report (2026).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Link —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https://facie-sentinel.vercel.app/</a:t>
            </a:r>
            <a:endParaRPr lang="en-US" sz="20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 -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https://github.com/ShivKum06/Facie-Sentinel</a:t>
            </a:r>
            <a:endParaRPr lang="en-US" sz="20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646</Words>
  <Application>Microsoft Office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DUKS Gaming</cp:lastModifiedBy>
  <cp:revision>5</cp:revision>
  <dcterms:created xsi:type="dcterms:W3CDTF">2026-09-06T04:19:43Z</dcterms:created>
  <dcterms:modified xsi:type="dcterms:W3CDTF">2026-09-06T05:09:28Z</dcterms:modified>
</cp:coreProperties>
</file>